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Brand Typography Example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Typography Example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presentation style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1783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example deck showing the new Arial typography, Mid blue headers, Light blue secondary accents, and black/white body text rules.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103120" y="2971800"/>
            <a:ext cx="2057400" cy="566928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297180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blue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51960" y="2971800"/>
            <a:ext cx="2057400" cy="56692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297180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blue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17320" y="38404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text stays black on white. White text is reserved for blue fills.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Brand Typography Example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scale is intentionally simple.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1051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header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1005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24, Mid blue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6350">
            <a:solidFill>
              <a:srgbClr val="B6EA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0" y="1719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 15, Light blue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2267712"/>
            <a:ext cx="7680960" cy="0"/>
          </a:xfrm>
          <a:prstGeom prst="line">
            <a:avLst/>
          </a:prstGeom>
          <a:noFill/>
          <a:ln w="6350">
            <a:solidFill>
              <a:srgbClr val="B6EA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4780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text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0" y="24323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12-15, black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2980944"/>
            <a:ext cx="7680960" cy="0"/>
          </a:xfrm>
          <a:prstGeom prst="line">
            <a:avLst/>
          </a:prstGeom>
          <a:noFill/>
          <a:ln w="6350">
            <a:solidFill>
              <a:srgbClr val="B6EA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1912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43200" y="3145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 15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3694176"/>
            <a:ext cx="7680960" cy="0"/>
          </a:xfrm>
          <a:prstGeom prst="line">
            <a:avLst/>
          </a:prstGeom>
          <a:noFill/>
          <a:ln w="6350">
            <a:solidFill>
              <a:srgbClr val="B6EA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emphasis should be sparse: </a:t>
            </a:r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the decision word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whole paragraph.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Brand Typography Example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keeps dense slides readable.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workflow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1417320"/>
            <a:ext cx="2240280" cy="2057400"/>
          </a:xfrm>
          <a:prstGeom prst="roundRect">
            <a:avLst>
              <a:gd name="adj" fmla="val 2667"/>
            </a:avLst>
          </a:prstGeom>
          <a:solidFill>
            <a:srgbClr val="F2FBFD"/>
          </a:solidFill>
          <a:ln w="7620">
            <a:solidFill>
              <a:srgbClr val="B6EA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72768"/>
            <a:ext cx="347472" cy="347472"/>
          </a:xfrm>
          <a:prstGeom prst="rect">
            <a:avLst/>
          </a:prstGeom>
          <a:solidFill>
            <a:srgbClr val="0085C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16736" y="15819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2688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single message the slide needs to prove.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1417320"/>
            <a:ext cx="2240280" cy="2057400"/>
          </a:xfrm>
          <a:prstGeom prst="roundRect">
            <a:avLst>
              <a:gd name="adj" fmla="val 2667"/>
            </a:avLst>
          </a:prstGeom>
          <a:solidFill>
            <a:srgbClr val="0085CA"/>
          </a:solidFill>
          <a:ln w="7620">
            <a:solidFill>
              <a:srgbClr val="008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83864" y="1572768"/>
            <a:ext cx="34747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22776" y="15819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38728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proof object and place support text around it.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1417320"/>
            <a:ext cx="2240280" cy="2057400"/>
          </a:xfrm>
          <a:prstGeom prst="roundRect">
            <a:avLst>
              <a:gd name="adj" fmla="val 2667"/>
            </a:avLst>
          </a:prstGeom>
          <a:solidFill>
            <a:srgbClr val="F2FBFD"/>
          </a:solidFill>
          <a:ln w="7620">
            <a:solidFill>
              <a:srgbClr val="B6EA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9904" y="1572768"/>
            <a:ext cx="347472" cy="347472"/>
          </a:xfrm>
          <a:prstGeom prst="rect">
            <a:avLst/>
          </a:prstGeom>
          <a:solidFill>
            <a:srgbClr val="0085C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28816" y="15819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144768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contrast, spacing, and whether text stays within the 12-15 range.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3822192"/>
            <a:ext cx="7680960" cy="530352"/>
          </a:xfrm>
          <a:prstGeom prst="roundRect">
            <a:avLst>
              <a:gd name="adj" fmla="val 8621"/>
            </a:avLst>
          </a:prstGeom>
          <a:solidFill>
            <a:srgbClr val="E6F8F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3822192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dominant idea, one dominant proof object, and no decorative text colors.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Brand Typography Example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separates structure from reading text.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31520" y="1097280"/>
            <a:ext cx="3703320" cy="1325880"/>
          </a:xfrm>
          <a:prstGeom prst="roundRect">
            <a:avLst>
              <a:gd name="adj" fmla="val 4138"/>
            </a:avLst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61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blue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1691640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headers, footer line, and strong structural emphasis.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3703320" cy="1325880"/>
          </a:xfrm>
          <a:prstGeom prst="roundRect">
            <a:avLst>
              <a:gd name="adj" fmla="val 4138"/>
            </a:avLst>
          </a:prstGeom>
          <a:solidFill>
            <a:srgbClr val="00B5E2"/>
          </a:solidFill>
          <a:ln w="12700">
            <a:solidFill>
              <a:srgbClr val="00B5E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261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blue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691640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accents, subheaders, and highlighted words.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text rule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32186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normal text on white and </a:t>
            </a:r>
            <a:pPr indent="0" marL="0">
              <a:buNone/>
            </a:pPr>
            <a:r>
              <a:rPr 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when the text sits on a blue fill.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39502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restrained deck system: blue for navigation and emphasis; black and white for readability.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Exyte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Typography Example</dc:title>
  <dc:subject>Example presentation for the updated Exyte typography and color skill</dc:subject>
  <dc:creator>Exyte</dc:creator>
  <cp:lastModifiedBy>Exyte</cp:lastModifiedBy>
  <cp:revision>1</cp:revision>
  <dcterms:created xsi:type="dcterms:W3CDTF">2026-06-16T10:06:29Z</dcterms:created>
  <dcterms:modified xsi:type="dcterms:W3CDTF">2026-06-16T10:06:29Z</dcterms:modified>
</cp:coreProperties>
</file>