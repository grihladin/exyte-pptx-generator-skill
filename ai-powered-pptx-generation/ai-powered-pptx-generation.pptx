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PTX_AI_experiments\assets\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AI-Powered PPTX Generation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24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PPTX Generation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932688"/>
            <a:ext cx="56235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altLang="en-US" sz="15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personal hack to product vision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31520" y="1463040"/>
            <a:ext cx="7680960" cy="914400"/>
          </a:xfrm>
          <a:prstGeom prst="roundRect">
            <a:avLst>
              <a:gd name="adj" fmla="val 4000"/>
            </a:avLst>
          </a:prstGeom>
          <a:solidFill>
            <a:srgbClr val="E6F8FC"/>
          </a:solidFill>
          <a:ln w="12700">
            <a:solidFill>
              <a:srgbClr val="B6EAF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1627632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 internal Exyte project. </a:t>
            </a:r>
            <a:pPr indent="0" marL="0">
              <a:buNone/>
            </a:pPr>
            <a:r>
              <a:rPr lang="en-US" alt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side project that grew out of a real daily need.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2743200"/>
            <a:ext cx="7223760" cy="1508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alt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joining Exyte, I have had to create many PowerPoint presentations for architecture reviews, technical reviews, and other meetings.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alt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well-structured PPTX helps me stay on track and make sure I do not forget important points during the discussion.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4370832"/>
            <a:ext cx="7223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Michael Ratke | IPAI AI-Circle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PTX_AI_experiments\assets\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AI-Powered PPTX Generation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24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I've Never Used PowerPoint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731520" y="1005840"/>
            <a:ext cx="3154680" cy="3429000"/>
          </a:xfrm>
          <a:prstGeom prst="roundRect">
            <a:avLst>
              <a:gd name="adj" fmla="val 1159"/>
            </a:avLst>
          </a:prstGeom>
          <a:solidFill>
            <a:srgbClr val="E6F8FC"/>
          </a:solidFill>
          <a:ln w="12700">
            <a:solidFill>
              <a:srgbClr val="B6EAF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1234440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300" b="1" dirty="0">
                <a:solidFill>
                  <a:srgbClr val="00B5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tools I knew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60120" y="1737360"/>
            <a:ext cx="2697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6EA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181051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Canva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60120" y="2377440"/>
            <a:ext cx="2697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6EAF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45059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Slides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0120" y="3017520"/>
            <a:ext cx="2697480" cy="38404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B6EAF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5568" y="3090672"/>
            <a:ext cx="2377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Plenty of presentations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160520" y="109728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missing format was </a:t>
            </a:r>
            <a:pPr indent="0" marL="0">
              <a:lnSpc>
                <a:spcPts val="2400"/>
              </a:lnSpc>
              <a:buNone/>
            </a:pPr>
            <a:r>
              <a:rPr lang="en-US" alt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</a:t>
            </a:r>
            <a:pPr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was born after PowerPoint had its peak popularity. I had done plenty of presentations, but always in Canva or Google Slides.</a:t>
            </a: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endParaRPr lang="en-US" sz="1500" dirty="0"/>
          </a:p>
          <a:p>
            <a:pPr indent="0" marL="0">
              <a:lnSpc>
                <a:spcPts val="2400"/>
              </a:lnSpc>
              <a:buNone/>
            </a:pPr>
            <a:r>
              <a:rPr lang="en-US" alt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never touched PPTX. And now I have to.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4160520" y="3977640"/>
            <a:ext cx="3794760" cy="475488"/>
          </a:xfrm>
          <a:prstGeom prst="roundRect">
            <a:avLst>
              <a:gd name="adj" fmla="val 9615"/>
            </a:avLst>
          </a:prstGeom>
          <a:solidFill>
            <a:srgbClr val="E6F8FC"/>
          </a:solidFill>
          <a:ln/>
        </p:spPr>
      </p:sp>
      <p:sp>
        <p:nvSpPr>
          <p:cNvPr id="19" name="Text 16"/>
          <p:cNvSpPr/>
          <p:nvPr/>
        </p:nvSpPr>
        <p:spPr>
          <a:xfrm>
            <a:off x="4297680" y="397764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task was not just making slides. It was learning a legacy business format fast enough to use it in real meetings.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Dev\PPTX_AI_experiments\assets\Exyte_RGB.sv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0" y="274320"/>
            <a:ext cx="1097280" cy="411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05756"/>
            <a:ext cx="9144000" cy="27432"/>
          </a:xfrm>
          <a:prstGeom prst="rect">
            <a:avLst/>
          </a:prstGeom>
          <a:solidFill>
            <a:srgbClr val="0085CA"/>
          </a:solidFill>
          <a:ln w="12700">
            <a:solidFill>
              <a:srgbClr val="0085C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1440" y="4988052"/>
            <a:ext cx="48006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Exyte | AI-Powered PPTX Generation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7818120" y="4988052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16/06/2026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8595360" y="4988052"/>
            <a:ext cx="7315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8805672" y="4988052"/>
            <a:ext cx="16459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altLang="en-US" sz="7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731520" y="27432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2400" dirty="0">
                <a:solidFill>
                  <a:srgbClr val="008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Research: Can Code Build PPTX?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alt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automation question was simple: </a:t>
            </a:r>
            <a:pPr indent="0" marL="0">
              <a:lnSpc>
                <a:spcPts val="1800"/>
              </a:lnSpc>
              <a:buNone/>
            </a:pPr>
            <a:r>
              <a:rPr lang="en-US" altLang="en-US" sz="15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we reach PPTX programmatically?</a:t>
            </a:r>
            <a:pPr indent="0" marL="0">
              <a:lnSpc>
                <a:spcPts val="1800"/>
              </a:lnSpc>
              <a:buNone/>
            </a:pP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altLang="en-US" sz="15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answer came quickly: two well-maintained open-source frameworks.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755648"/>
          <a:ext cx="768096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3291840"/>
                <a:gridCol w="2331720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Framework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Strengths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Important limitation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8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python-pptx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Steve Canny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 license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Deep XML control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Define slide design in Python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 read and write PPTX files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 for read/edit workflow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pptxgenjs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Brent Ely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1.7M npm downloads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Strong tables and charts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Popular in JavaScript ecosystem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4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Good fit for generation pipelines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40" b="1" dirty="0">
                          <a:solidFill>
                            <a:srgbClr val="0085C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Create-only: cannot read or edit existing PPTX files</a:t>
                      </a:r>
                      <a:endParaRPr lang="en-US" sz="10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6EA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BFD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731520" y="4160520"/>
            <a:ext cx="7680960" cy="438912"/>
          </a:xfrm>
          <a:prstGeom prst="roundRect">
            <a:avLst>
              <a:gd name="adj" fmla="val 10417"/>
            </a:avLst>
          </a:prstGeom>
          <a:solidFill>
            <a:srgbClr val="E6F8FC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4160520"/>
            <a:ext cx="7406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altLang="en-US" sz="12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create-only limitation in mind - it becomes relevant later.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Exyte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PPTX Generation</dc:title>
  <dc:subject>From personal hack to product vision</dc:subject>
  <dc:creator>Exyte</dc:creator>
  <cp:lastModifiedBy>Exyte</cp:lastModifiedBy>
  <cp:revision>1</cp:revision>
  <dcterms:created xsi:type="dcterms:W3CDTF">2026-06-16T13:20:59Z</dcterms:created>
  <dcterms:modified xsi:type="dcterms:W3CDTF">2026-06-16T13:20:59Z</dcterms:modified>
</cp:coreProperties>
</file>